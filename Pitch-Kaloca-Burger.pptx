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CODE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9601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lanche já é bom.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deixar seu site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mesmo nível?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7091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proposta para a Kaloca Burger: site institucional + gestão mensal, sem complicação.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 Duo Code  •  28 de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já vende bem.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depende de canais que não são seus.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coisas custam caro pro seu negócio hoje, mesmo sem você perceber: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074920" cy="3429000"/>
          </a:xfrm>
          <a:prstGeom prst="roundRect">
            <a:avLst>
              <a:gd name="adj" fmla="val 2133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651760"/>
            <a:ext cx="566928" cy="566928"/>
          </a:xfrm>
          <a:prstGeom prst="ellipse">
            <a:avLst/>
          </a:prstGeom>
          <a:solidFill>
            <a:srgbClr val="F6E4E1"/>
          </a:solidFill>
          <a:ln/>
        </p:spPr>
      </p:sp>
      <p:pic>
        <p:nvPicPr>
          <p:cNvPr id="6" name="Image 0" descr="/tmp/kaloca_deck/FaShopping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311" y="271979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429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é refém de canal de terceiro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4023360"/>
            <a:ext cx="4343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Instagram e apps de pedido são ótimos — mas seguem regras, algoritmos e comissões de quem não é você.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286000"/>
            <a:ext cx="5074920" cy="3429000"/>
          </a:xfrm>
          <a:prstGeom prst="roundRect">
            <a:avLst>
              <a:gd name="adj" fmla="val 2133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651760"/>
            <a:ext cx="566928" cy="566928"/>
          </a:xfrm>
          <a:prstGeom prst="ellipse">
            <a:avLst/>
          </a:prstGeom>
          <a:solidFill>
            <a:srgbClr val="F6E4E1"/>
          </a:solidFill>
          <a:ln/>
        </p:spPr>
      </p:sp>
      <p:pic>
        <p:nvPicPr>
          <p:cNvPr id="11" name="Image 1" descr="/tmp/kaloca_deck/Fa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431" y="271979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4290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tempo é pra chapa, não pra site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4023360"/>
            <a:ext cx="4343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um preço, uma foto do cardápio ou corrigir um link não pode virar mais uma tarefa no seu dia.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preparamos pra você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site institucional e cardápio digital, feitos sob medida — nada de template genérico.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51076" y="2286000"/>
            <a:ext cx="566928" cy="566928"/>
          </a:xfrm>
          <a:prstGeom prst="ellipse">
            <a:avLst/>
          </a:prstGeom>
          <a:solidFill>
            <a:srgbClr val="F6E4E1"/>
          </a:solidFill>
          <a:ln/>
        </p:spPr>
      </p:sp>
      <p:pic>
        <p:nvPicPr>
          <p:cNvPr id="5" name="Image 0" descr="/tmp/kaloca_deck/Fa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107" y="2354031"/>
            <a:ext cx="430865" cy="430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Cardápio com busca e filtro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navegar no celular.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39996" y="2286000"/>
            <a:ext cx="566928" cy="566928"/>
          </a:xfrm>
          <a:prstGeom prst="ellipse">
            <a:avLst/>
          </a:prstGeom>
          <a:solidFill>
            <a:srgbClr val="F6E4E1"/>
          </a:solidFill>
          <a:ln/>
        </p:spPr>
      </p:sp>
      <p:pic>
        <p:nvPicPr>
          <p:cNvPr id="9" name="Image 1" descr="/tmp/kaloca_deck/Fa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27" y="2354031"/>
            <a:ext cx="430865" cy="4308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e WhatsApp direto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20440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sempre visíveis.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28916" y="2286000"/>
            <a:ext cx="566928" cy="566928"/>
          </a:xfrm>
          <a:prstGeom prst="ellipse">
            <a:avLst/>
          </a:prstGeom>
          <a:solidFill>
            <a:srgbClr val="F6E4E1"/>
          </a:solidFill>
          <a:ln/>
        </p:spPr>
      </p:sp>
      <p:pic>
        <p:nvPicPr>
          <p:cNvPr id="13" name="Image 2" descr="/tmp/kaloca_deck/FaMobile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947" y="2354031"/>
            <a:ext cx="430865" cy="4308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responsivo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09360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bem em qualquer tela.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10117836" y="2286000"/>
            <a:ext cx="566928" cy="566928"/>
          </a:xfrm>
          <a:prstGeom prst="ellipse">
            <a:avLst/>
          </a:prstGeom>
          <a:solidFill>
            <a:srgbClr val="F6E4E1"/>
          </a:solidFill>
          <a:ln/>
        </p:spPr>
      </p:sp>
      <p:pic>
        <p:nvPicPr>
          <p:cNvPr id="17" name="Image 3" descr="/tmp/kaloca_deck/FaShield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867" y="2354031"/>
            <a:ext cx="430865" cy="4308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98280" y="31089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e compartilhamento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098280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bem no Google e redes.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31520" y="470916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6E4E1"/>
          </a:solidFill>
          <a:ln/>
        </p:spPr>
      </p:sp>
      <p:sp>
        <p:nvSpPr>
          <p:cNvPr id="21" name="Text 15"/>
          <p:cNvSpPr/>
          <p:nvPr/>
        </p:nvSpPr>
        <p:spPr>
          <a:xfrm>
            <a:off x="1051560" y="4709160"/>
            <a:ext cx="10058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E2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site já vem com indicador automático de “aberto agora”, conforme o horário de Belo Horizonte, e localização com mapa integrado.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recebe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site sempre no ar e atualizado, sem você precisar entender nada de tecnologia.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3774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ÚNICA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Implantação do site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46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com domínio só seu e SSL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3886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46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Integrações: WhatsApp, pedido online, mapa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443484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46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final de conteúdo com você antes de publicar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C141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3774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265176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Gestão Mensal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33375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ED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e domínio inclusos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38404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ED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pede, a gente atualiza cardápio e preços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9400" y="43434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ED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 e pequenas correções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48463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ED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 direto com a gente pelo WhatsApp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fica pra você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valor de partida, pensado pro tamanho do seu negócio.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 w="12700">
            <a:solidFill>
              <a:srgbClr val="E7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788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DO SITE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88720" y="324612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R$ 3.500 – 6.000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88720" y="43891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único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5074920" cy="3108960"/>
          </a:xfrm>
          <a:prstGeom prst="roundRect">
            <a:avLst>
              <a:gd name="adj" fmla="val 2353"/>
            </a:avLst>
          </a:prstGeom>
          <a:solidFill>
            <a:srgbClr val="FAFAFA"/>
          </a:solidFill>
          <a:ln w="12700">
            <a:solidFill>
              <a:srgbClr val="E7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788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MENSAL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20840" y="324612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R$ 197 – 297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720840" y="438912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mês, cancelável a qualquer momento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Fechamos os detalhes finais com você antes de começar — sem letra miúda.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fechar com a gente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uma extensão do seu negócio — não mais um fornecedor distante.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359152"/>
            <a:ext cx="566928" cy="566928"/>
          </a:xfrm>
          <a:prstGeom prst="ellipse">
            <a:avLst/>
          </a:prstGeom>
          <a:solidFill>
            <a:srgbClr val="F6E4E1"/>
          </a:solidFill>
          <a:ln/>
        </p:spPr>
      </p:sp>
      <p:pic>
        <p:nvPicPr>
          <p:cNvPr id="5" name="Image 0" descr="/tmp/kaloca_deck/FaSync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51" y="2427183"/>
            <a:ext cx="430865" cy="430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26771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Atualização contínua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760720" y="226771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6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cardápio e suas informações nunca ficam desatualizados.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3593592"/>
            <a:ext cx="566928" cy="566928"/>
          </a:xfrm>
          <a:prstGeom prst="ellipse">
            <a:avLst/>
          </a:prstGeom>
          <a:solidFill>
            <a:srgbClr val="F6E4E1"/>
          </a:solidFill>
          <a:ln/>
        </p:spPr>
      </p:sp>
      <p:pic>
        <p:nvPicPr>
          <p:cNvPr id="9" name="Image 1" descr="/tmp/kaloca_deck/Fa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51" y="3661623"/>
            <a:ext cx="430865" cy="4308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5021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Suporte humano e próximo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760720" y="350215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6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fala direto, por WhatsApp, com quem construiu o seu site — sem central de atendimento.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1520" y="4828032"/>
            <a:ext cx="566928" cy="566928"/>
          </a:xfrm>
          <a:prstGeom prst="ellipse">
            <a:avLst/>
          </a:prstGeom>
          <a:solidFill>
            <a:srgbClr val="F6E4E1"/>
          </a:solidFill>
          <a:ln/>
        </p:spPr>
      </p:sp>
      <p:pic>
        <p:nvPicPr>
          <p:cNvPr id="13" name="Image 2" descr="/tmp/kaloca_deck/FaMapMarker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" y="4896063"/>
            <a:ext cx="430865" cy="4308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7365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espaço 100% seu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760720" y="473659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463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endereço digital que não depende de algoritmo nem comissão de terceiro.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4757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Bora colocar sua Kaloca no ar?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aprova a proposta e escolhe o domínio do site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78892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gente ajusta com você os últimos detalhes de conteúdo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74904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site no ar, com a Gestão Mensal já rodando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8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válida por 15 dias. Fale com a gente quando quiser tirar dúvidas ou fechar.</a:t>
            </a:r>
            <a:endParaRPr lang="en-US" sz="1200" dirty="0"/>
          </a:p>
        </p:txBody>
      </p:sp>
      <p:pic>
        <p:nvPicPr>
          <p:cNvPr id="13" name="Image 0" descr="/tmp/kaloca_deck/Fa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394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2026-08-28T02:44:54Z</dcterms:created>
  <dcterms:modified xsi:type="dcterms:W3CDTF">2026-08-28T02:44:54Z</dcterms:modified>
</cp:coreProperties>
</file>